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0"/>
            <a:ext cx="1177747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UNIVERSITY SEAT
RESERVATION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FE"/>
                </a:solidFill>
              </a:rPr>
              <a:t>Group Presentation · Full-Stack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920240" cy="914400"/>
          </a:xfrm>
          <a:prstGeom prst="rect">
            <a:avLst/>
          </a:prstGeom>
          <a:solidFill>
            <a:srgbClr val="1E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1920240" cy="109728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3649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D"/>
                </a:solidFill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03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</a:rPr>
              <a:t>Project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3246120"/>
            <a:ext cx="1920240" cy="914400"/>
          </a:xfrm>
          <a:prstGeom prst="rect">
            <a:avLst/>
          </a:prstGeom>
          <a:solidFill>
            <a:srgbClr val="1E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90672" y="3246120"/>
            <a:ext cx="1920240" cy="109728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33649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5F9F"/>
                </a:solidFill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3703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</a:rPr>
              <a:t>Frontend Developer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66944" y="3246120"/>
            <a:ext cx="1920240" cy="914400"/>
          </a:xfrm>
          <a:prstGeom prst="rect">
            <a:avLst/>
          </a:prstGeom>
          <a:solidFill>
            <a:srgbClr val="1E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66944" y="3246120"/>
            <a:ext cx="1920240" cy="109728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33649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C65"/>
                </a:solidFill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703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</a:rPr>
              <a:t>Backend Developer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3216" y="3246120"/>
            <a:ext cx="1920240" cy="914400"/>
          </a:xfrm>
          <a:prstGeom prst="rect">
            <a:avLst/>
          </a:prstGeom>
          <a:solidFill>
            <a:srgbClr val="1E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6" y="3246120"/>
            <a:ext cx="1920240" cy="109728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33649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2D12"/>
                </a:solidFill>
              </a:rP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703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</a:rPr>
              <a:t>Database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9488" y="3246120"/>
            <a:ext cx="1920240" cy="914400"/>
          </a:xfrm>
          <a:prstGeom prst="rect">
            <a:avLst/>
          </a:prstGeom>
          <a:solidFill>
            <a:srgbClr val="1E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9488" y="3246120"/>
            <a:ext cx="1920240" cy="10972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3649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1D95"/>
                </a:solidFill>
              </a:rP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7033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</a:rPr>
              <a:t>Systems Integrator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82AF"/>
                </a:solidFill>
              </a:rPr>
              <a:t>Demo login:  STU001  /  password123     |     npm run dev  to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&amp; 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743200" cy="32004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61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27632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React 19 + Vite 8
React Router DOM v7
Tailwind CSS
Lucide React (icons)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32004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61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27632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PHP 8.0
PHP Built-in Server
PDO for MySQL
Session-based 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743200" cy="32004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261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27632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MySQL via XAMPP
phpMyAdmin
3 Tables · 31 Venues
Bcrypt passwords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344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234440"/>
            <a:ext cx="2743200" cy="32004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261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627632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XAMPP (MySQL)
npm + concurrently
Vite dev server
.env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776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D"/>
                </a:solidFill>
              </a:rPr>
              <a:t>ROUTES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27432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A3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6D"/>
                </a:solidFill>
              </a:rPr>
              <a:t>/ — Landing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343400"/>
            <a:ext cx="27432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6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6D"/>
                </a:solidFill>
              </a:rPr>
              <a:t>/login — Login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27432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E7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6D"/>
                </a:solidFill>
              </a:rPr>
              <a:t>/signup — Register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343400"/>
            <a:ext cx="27432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C6D"/>
                </a:solidFill>
              </a:rPr>
              <a:t>/home —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 &amp;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Project Lead</a:t>
            </a:r>
          </a:p>
        </p:txBody>
      </p:sp>
      <p:sp>
        <p:nvSpPr>
          <p:cNvPr id="8" name="Oval 7"/>
          <p:cNvSpPr/>
          <p:nvPr/>
        </p:nvSpPr>
        <p:spPr>
          <a:xfrm>
            <a:off x="484632" y="1627632"/>
            <a:ext cx="82296" cy="82296"/>
          </a:xfrm>
          <a:prstGeom prst="ellipse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5448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Problem: Students waste time searching for available seats on campus</a:t>
            </a:r>
          </a:p>
        </p:txBody>
      </p:sp>
      <p:sp>
        <p:nvSpPr>
          <p:cNvPr id="10" name="Oval 9"/>
          <p:cNvSpPr/>
          <p:nvPr/>
        </p:nvSpPr>
        <p:spPr>
          <a:xfrm>
            <a:off x="484632" y="2011680"/>
            <a:ext cx="82296" cy="82296"/>
          </a:xfrm>
          <a:prstGeom prst="ellipse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38528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Solution: A web app that shows real-time seat availability and lets you book instantly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" y="2395728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225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Open the browser → see all tables → click one → confirm booking → done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" y="2724912"/>
            <a:ext cx="82296" cy="82296"/>
          </a:xfrm>
          <a:prstGeom prst="ellipse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65176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Three user roles, each with different access levels: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03580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Student / Staff — full access to Shade A and B, group up to 6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" y="3438144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64991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Guest — Shade B only, group up to 3, one reservation at a time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" y="3767328"/>
            <a:ext cx="82296" cy="82296"/>
          </a:xfrm>
          <a:prstGeom prst="ellipse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694176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Demo the live app: localhost:5173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KEY MESSAGE: Simple problem → clean solution → real technology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172200"/>
            <a:ext cx="11548872" cy="50292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2179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KEY MESSAGE: Simple problem → clean solution → real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— Pages &amp;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Frontend Developer</a:t>
            </a:r>
          </a:p>
        </p:txBody>
      </p:sp>
      <p:sp>
        <p:nvSpPr>
          <p:cNvPr id="8" name="Oval 7"/>
          <p:cNvSpPr/>
          <p:nvPr/>
        </p:nvSpPr>
        <p:spPr>
          <a:xfrm>
            <a:off x="484632" y="1627632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5448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main.jsx — Router entry point, defines 4 routes</a:t>
            </a:r>
          </a:p>
        </p:txBody>
      </p:sp>
      <p:sp>
        <p:nvSpPr>
          <p:cNvPr id="10" name="Oval 9"/>
          <p:cNvSpPr/>
          <p:nvPr/>
        </p:nvSpPr>
        <p:spPr>
          <a:xfrm>
            <a:off x="484632" y="2011680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38528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Landing.jsx — Homepage: hero image, navbar, learn-more section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" y="2395728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322576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Login.jsx — Student ID + password form, live password checklist (informational)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" y="2779776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706624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Signup.jsx — Full registration form, checklist ENFORCED, button disabled until valid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" y="3163824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090672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Home.jsx — Protected dashboard: auth check → load venues + reservations in parallel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" y="3547872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47472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Components/SeatMap.jsx — Visual seat map: white=available, blue=selected, grey=full, amber=restricted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" y="3931920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858768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Components/ReservationForm.jsx — Group size, time picker, selected seat badge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" y="4315968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242816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Components/ReservationList.jsx — Edit/cancel reservations inline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" y="4700016"/>
            <a:ext cx="82296" cy="82296"/>
          </a:xfrm>
          <a:prstGeom prst="ellipse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626864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Components/PasswordChecklist.jsx — Shared RULES constant used by both Login and Signup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— API Layer &amp; Password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C6D"/>
                </a:solidFill>
              </a:rPr>
              <a:t>api.js — Single file connecting frontend to backend: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1152144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16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79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const API_BASE = 'http://localhost:8000/api'
async function request(path, options) { ... credentials: 'include' ... }
export const auth     = { login, register, logout, me }
export const venues   = { list }
export const reservations = { list, create, update, cancel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8862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C6D"/>
                </a:solidFill>
              </a:rPr>
              <a:t>Live Password Checklist — RULES array (same regex as PHP backend):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297680"/>
            <a:ext cx="11521440" cy="1060704"/>
          </a:xfrm>
          <a:prstGeom prst="rect">
            <a:avLst/>
          </a:prstGeom>
          <a:solidFill>
            <a:srgbClr val="F0F4FF"/>
          </a:solidFill>
          <a:ln w="12700">
            <a:solidFill>
              <a:srgbClr val="16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11247120" cy="96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{ key: 'length',    test: (pw) =&gt; pw.length &gt;= 8          }
{ key: 'uppercase', test: (pw) =&gt; /[A-Z]/.test(pw)        }
{ key: 'special',   test: (pw) =&gt; /[^A-Za-z0-9]/.test(pw)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8064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Login: checklist shown, NOT enforced  ·  Signup: checklist enforced, button disabled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— PHP APIs &amp; Server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Backend Developer</a:t>
            </a:r>
          </a:p>
        </p:txBody>
      </p:sp>
      <p:sp>
        <p:nvSpPr>
          <p:cNvPr id="8" name="Oval 7"/>
          <p:cNvSpPr/>
          <p:nvPr/>
        </p:nvSpPr>
        <p:spPr>
          <a:xfrm>
            <a:off x="484632" y="1627632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5448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config/database.php — Loaded by EVERY PHP file; provides: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201168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Env variable loading (.env) — DB creds never in code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" y="2340864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CORS headers — allows frontend on :5173 to call backend on :8000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" y="2670048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9689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4 helpers: getDb()  jsonResponse()  errorResponse()  requireAuth()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" y="2999232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926079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api/auth/login.php — Verifies student_id + password_verify() → sets session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" y="3383279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310127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api/auth/register.php — Validates input + regex + duplicate check → bcrypt hash → insert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" y="3767328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694176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api/auth/me.php — Checks session; returns {authenticated: true/false}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" y="4151376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078224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api/auth/logout.php — Clears session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" y="4535424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462272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api/venues/index.php — Returns venues with real-time remaining capacity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" y="4919472"/>
            <a:ext cx="82296" cy="82296"/>
          </a:xfrm>
          <a:prstGeom prst="ellipse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84632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api/reservations/ — create · update · cancel ·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— Reservation Business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Backend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C6D"/>
                </a:solidFill>
              </a:rPr>
              <a:t>reservations/create.php — Checks in sequence: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1.  booking_time &gt; now  (DateTime comparison)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2.  Venue exists and is_active =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88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3.  Guest + Shade A → reject (403)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723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4.  group_size ≤ maxGroupSize  (6 for students/staff, 3 for guests)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5.  group_size ≤ remaining capacity  (capacity - SUM of active reservations)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6.  Guest with existing active reservation → reject (one at a 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7.  No other reservation within 60 minutes at same venue → reject (409)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085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65"/>
                </a:solidFill>
              </a:rPr>
              <a:t>✓   All checks pass → INSERT into reservations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6126480"/>
            <a:ext cx="11548872" cy="45720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Security: backend enforces ALL rules — frontend is just a convenience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— MySQL Schema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Database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657600" cy="34747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id  ·  student_id (UNIQUE)
full_name  ·  email (UNIQUE)
password_hash  (bcrypt)
role ENUM(student|staff|guest)
created_at  ·  updated_at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4173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417320"/>
            <a:ext cx="3657600" cy="347472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venues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47088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id  ·  table_id (UNIQUE)
shade ENUM(A|B)
capacity (default 6)
is_active BOOLEAN
Seeded: 6×A + 25×B = 31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14173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1417320"/>
            <a:ext cx="3657600" cy="347472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847088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id  ·  user_id (FK→users)
venue_id (FK→venues)
group_size  ·  booking_time
status ENUM(active|cancelled|completed)
ON DELETE CASCADE  ·  2 indexes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548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D"/>
                </a:solidFill>
              </a:rPr>
              <a:t>Key Design Choices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" y="5239512"/>
            <a:ext cx="82296" cy="82296"/>
          </a:xfrm>
          <a:prstGeom prst="ellipse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5166360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Soft deletes: cancelled reservations keep status=cancelled, history preserved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5623560"/>
            <a:ext cx="82296" cy="82296"/>
          </a:xfrm>
          <a:prstGeom prst="ellipse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5550408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ENUMs enforce valid values at DB level (not just application level)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" y="6007608"/>
            <a:ext cx="82296" cy="82296"/>
          </a:xfrm>
          <a:prstGeom prst="ellipse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5934456"/>
            <a:ext cx="10881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Indexes on (user_id, status) and (venue_id, booking_time) for fast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System Flow —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Systems Integrator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4114800" cy="4572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 Browser opens localhost:5173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2763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React loads → auth.me() → {authenticated:false} → show Landing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48840"/>
            <a:ext cx="4114800" cy="45720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22199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 User clicks Sign In / Submit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14884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22199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POST /auth/login.php → PHP verifies hash → sets session → /home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43200"/>
            <a:ext cx="4114800" cy="45720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81635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 Dashboard mounts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74320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81635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Promise.all([venues.list(), reservations.list()]) → SeatMap renders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37560"/>
            <a:ext cx="4114800" cy="4572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4107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  User clicks a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33756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41071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onSeatClick → selectedSeats state → ReservationForm activates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4114800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00507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  User confirms reservation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93192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00507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POST /reservations/create.php → 7 checks → INSERT → refreshData()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26280"/>
            <a:ext cx="4114800" cy="4572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59943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  Table updates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526280"/>
            <a:ext cx="7406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59943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remaining count drops on screen · reservation appears in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3716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100584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Design Highlights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Systems Integrator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09728" cy="4572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D"/>
                </a:solidFill>
              </a:rPr>
              <a:t>Security is layered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92224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Frontend checklist → PHP validation → bcrypt storage. Three independent layers.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109728" cy="457200"/>
          </a:xfrm>
          <a:prstGeom prst="rect">
            <a:avLst/>
          </a:prstGeom>
          <a:solidFill>
            <a:srgbClr val="16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76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F9F"/>
                </a:solidFill>
              </a:rPr>
              <a:t>Backend is final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86584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All 7 reservation rules enforced in PHP. Bypassing React changes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43200"/>
            <a:ext cx="109728" cy="457200"/>
          </a:xfrm>
          <a:prstGeom prst="rect">
            <a:avLst/>
          </a:prstGeom>
          <a:solidFill>
            <a:srgbClr val="0E7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70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65"/>
                </a:solidFill>
              </a:rPr>
              <a:t>Clean API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80944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api.js: ~60 lines, one shared request() function, consistent error handling.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37560"/>
            <a:ext cx="109728" cy="4572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36499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2D12"/>
                </a:solidFill>
              </a:rPr>
              <a:t>Normalised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575304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3 tables, foreign keys, ENUMs, indexes — simple, correct, scalable.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109728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593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1D95"/>
                </a:solidFill>
              </a:rPr>
              <a:t>Single start command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169663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npm run dev — starts PHP on :8000 and Vite on :5173 concurrently.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80760"/>
            <a:ext cx="11548872" cy="5486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0819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Thank you — we are happy to answer 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